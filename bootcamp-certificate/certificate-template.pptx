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25400"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2700">
            <a:solidFill>
              <a:srgbClr val="B49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01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F2647"/>
                </a:solidFill>
                <a:latin typeface="Aptos"/>
              </a:rPr>
              <a:t>SWYAM PRABHA IT ACADEMY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601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2647"/>
                </a:solidFill>
                <a:latin typeface="Aptos"/>
              </a:rPr>
              <a:t>CERTIFICATE OF PARTICIPATION &amp; PROJECT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05868"/>
                </a:solidFill>
                <a:latin typeface="Aptos"/>
              </a:rPr>
              <a:t>This certificate is 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015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0">
                <a:solidFill>
                  <a:srgbClr val="0F2647"/>
                </a:solidFill>
                <a:latin typeface="Great Vibes"/>
              </a:rPr>
              <a:t>{{NAME}}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601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3C4452"/>
                </a:solidFill>
                <a:latin typeface="Aptos"/>
              </a:rPr>
              <a:t>for successfully participating in the {{BOOTCAMP}}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601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3C4452"/>
                </a:solidFill>
                <a:latin typeface="Aptos"/>
              </a:rPr>
              <a:t>and successfully completing and submitting the assigned {{PROJECT_TYPE}}.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60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505868"/>
                </a:solidFill>
                <a:latin typeface="Aptos"/>
              </a:rPr>
              <a:t>Project: {{PROJECT_TITLE}}</a:t>
            </a:r>
          </a:p>
        </p:txBody>
      </p:sp>
      <p:pic>
        <p:nvPicPr>
          <p:cNvPr id="11" name="Picture 10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4160520"/>
            <a:ext cx="65140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0" y="5056632"/>
            <a:ext cx="48737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505868"/>
                </a:solidFill>
                <a:latin typeface="Aptos"/>
              </a:rPr>
              <a:t>Official Seal of Swyam Prabha IT Academy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42432"/>
            <a:ext cx="5029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05868"/>
                </a:solidFill>
                <a:latin typeface="Aptos"/>
              </a:rPr>
              <a:t>Certificate ID: {{CERTIFICATE_ID}}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742432"/>
            <a:ext cx="5029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05868"/>
                </a:solidFill>
                <a:latin typeface="Aptos"/>
              </a:rPr>
              <a:t>{{YEAR}}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